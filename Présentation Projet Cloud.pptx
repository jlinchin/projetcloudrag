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4CDCE0-CF6A-4C54-9ECB-161268F9A4E7}">
  <a:tblStyle styleId="{C74CDCE0-CF6A-4C54-9ECB-161268F9A4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09a74a33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09a74a33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09a74a33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09a74a33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09a74a33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09a74a33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09a74a33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09a74a33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09a74a33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09a74a33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09a74a33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09a74a33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09a74a33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09a74a33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09a74a33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09a74a33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Cloud - Assistant documentaire Lite RAG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Joseph MINCHIN - Eliott CHIFFRE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Application prenant un texte et répondant aux questions de l’utilisateur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Application composée d’un front (Streamlit), d’un back (API) et de bases de stockage (MinIO pour le document brut; ChromaDB pour les ‘‘vecteurs’’)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Utilise une chaîne RAG légère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Qu’est ce qu’un RAG 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Un LLM est bloqué par ses données </a:t>
            </a:r>
            <a:r>
              <a:rPr lang="fr"/>
              <a:t>d'entraînement</a:t>
            </a:r>
            <a:r>
              <a:rPr lang="fr"/>
              <a:t>, et ne </a:t>
            </a:r>
            <a:r>
              <a:rPr lang="fr"/>
              <a:t>connaît</a:t>
            </a:r>
            <a:r>
              <a:rPr lang="fr"/>
              <a:t> pas nos documents personnels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Un RAG enrichit la réponse grâce à des </a:t>
            </a:r>
            <a:r>
              <a:rPr lang="fr"/>
              <a:t>passages</a:t>
            </a:r>
            <a:r>
              <a:rPr lang="fr"/>
              <a:t> extraits de nos documents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338" y="3218301"/>
            <a:ext cx="7505324" cy="6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Stack technique</a:t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{C74CDCE0-CF6A-4C54-9ECB-161268F9A4E7}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Besoin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Outil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Interface utilisateur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streamlit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Backend API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FastAPI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Stockage document brut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MinIO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Base vectorielle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ChromaDB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Modèle d’embeddings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paraphrase-multilingual-MiniLM-L12-v2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Moteur d’inférence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Ollama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Modèle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qwen2.5:0.5b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Ci/CD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GitHub Actions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Implémentation - Front-end (Application Streamlit)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676" y="990848"/>
            <a:ext cx="4214749" cy="373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313" y="152400"/>
            <a:ext cx="500536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Implémentation - Back-end (FastAPI)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589" y="946575"/>
            <a:ext cx="411082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5388"/>
            <a:ext cx="8839199" cy="2692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Implémentation - MinIO</a:t>
            </a:r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1988" y="1017725"/>
            <a:ext cx="4200012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